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 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 />
    <Relationship Id="rId2" Type="http://schemas.openxmlformats.org/officeDocument/2006/relationships/slide" Target="slides/slide1.xml" 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 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/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theme" Target="../theme/theme1.xml" 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  <p:sp>
        <p:nvSpPr>
          <p:cNvPr id="2" name="Master bar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il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solidFill>
            <a:srgbClr val="2878A0"/>
          </a:solidFill>
          <a:ln>
            <a:solidFill>
              <a:srgbClr val="FFFFFF"/>
            </a:solidFill>
          </a:ln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Arial"/>
              </a:rPr>
              <a:t>Fixture slide title</a:t>
            </a:r>
            <a:endParaRPr lang="en-US"/>
          </a:p>
        </p:txBody>
      </p:sp>
      <p:pic>
        <p:nvPicPr>
          <p:cNvPr id="3" name="Fixture ti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ixture">
      <a:majorFont>
        <a:latin typeface="Arial"/>
      </a:majorFont>
      <a:minorFont>
        <a:latin typeface="Arial"/>
      </a:minorFont>
    </a:fontScheme>
    <a:fmtScheme name="Fixture">
      <a:fillStyleLst/>
      <a:lnStyleLst/>
      <a:effectStyleLst/>
      <a:bgFillStyleLst/>
    </a:fmtScheme>
  </a:themeElements>
</a:theme>
</file>